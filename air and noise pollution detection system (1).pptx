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67" r:id="rId5"/>
    <p:sldId id="261" r:id="rId6"/>
    <p:sldId id="262" r:id="rId7"/>
    <p:sldId id="269" r:id="rId8"/>
    <p:sldId id="263" r:id="rId9"/>
    <p:sldId id="268" r:id="rId10"/>
    <p:sldId id="270" r:id="rId11"/>
    <p:sldId id="271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428CA-8B5D-CF38-196F-FB90F1C90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B0EC17-D7F6-54D6-CFC3-122E668AD8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F8327-2510-4E80-817C-4219B9697BE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B1FCE8-5EDF-1B6E-B947-004B5580B1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D15A7-953B-656F-1503-CDE71FEB64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3B88D-0426-4ACA-87F6-DCAC5DA2B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2951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DBAB1-23D9-44A4-A4FD-AA516B087BC1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FC5E2-F25A-4872-89F8-68872D6A4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8075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91E3-FF6E-7F75-91FB-52CEC938F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AD0A57-9FF1-6924-ABBE-F265F6014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4C363-DAEE-AB55-0E11-DF5CB744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92E6E-A9F6-4423-A64C-538501DC8BB5}" type="datetime1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9E229-4239-223A-8015-9D1F70B8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97CAE-5E09-9835-35F5-30A6DE11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490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511FF-2BA6-8E9B-3182-D7F5920C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A899A-678F-D41F-4ADE-EDB782C57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93F75-24BD-316E-56DE-EE66B79B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33F12-E454-4F61-98D9-AD11F7DD3461}" type="datetime1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457D3-9CB5-ADF7-8DF5-EB78B67A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3A81F-FC52-D39D-2D5D-4CA3B73B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04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17F9-64CE-5BDA-6886-C4221E812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6DC6D-16F1-732D-0F9C-8E29988E5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CD552-3709-1FE5-6EFF-D7A5FC3D2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ADA3-2A28-4E33-99B1-866718BD37B7}" type="datetime1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A1383-554F-722E-5BC5-7493AE08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11C9A-2D4A-2840-269A-7C339B7C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188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75E1C-EDF0-368D-8096-A1EE17445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5CC31-0E82-C47D-6316-A46CB8B83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8EBC6-BD36-6788-7E71-45004605A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DC5D5-7D75-E7B4-2A94-F418AD2BE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46EC-AF3B-4CBF-8AC3-F3C640F0337A}" type="datetime1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49596-2B04-1204-FC11-7A31B0599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41D0B-AA43-DBEF-1FA0-465ABDDCB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7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3473C-0C82-49EE-98E8-870AA1E22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3FEF4-36AD-94F7-D411-497580AC3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A4414-5465-688C-82BB-653D7047D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C1DDA-8B29-6790-C57A-D88CDE093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574E3-BDCB-14F9-D42C-6572D724D4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E75304-F3E2-40DF-21C7-DF521B6BA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64FD1-5E29-49CA-B968-EBB63DDC9F1D}" type="datetime1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B7886-6822-6DE5-2FFE-68D49F48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C10987-CC66-E6FA-97FC-92CF6E59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549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344AC-EDB2-FE9A-C6E9-BA15DA655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E2F8A-3CE6-920B-4EA6-7201B2C29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34A1-80AE-4612-82A2-633134A2D1D8}" type="datetime1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8C99A-E29B-5E23-535D-58A6A3C63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6EF74-0349-9EA0-620D-DA6925518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38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B274B5-0E6C-15FE-05EF-F483B62D8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33ED6-B002-4DF0-A2F9-C45FC89825AF}" type="datetime1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50BF93-D259-CAE1-7ABF-A26074C2E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54317-C14D-AD7C-52D6-A9C9A957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80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2B6D-8AA2-36C9-52E5-7641E5495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EEFB7-A567-C361-C823-4AADE513D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529B4-448F-762B-A9DB-D26294E92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5B505-4DD2-4DDF-9C90-EC4BDC9CB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863F7-F4EC-44FE-B9F8-A9E23D8444DC}" type="datetime1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94D9C-D529-A90C-D082-E2EBDB05C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3C0A3-6574-9D01-EC85-7C10C4255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58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00CD0-BAD2-0270-DB15-86855C52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1878C-B905-7EC9-2B51-44F43C1438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13651-B388-E6B1-5E8D-636C75085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B0189-3D39-0D7A-B565-1A7321CE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88E8-BDD1-446E-95A2-B6A59EE4C546}" type="datetime1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59AE3-5AED-B21B-7983-8F02FD0D0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FD7B2-EFD9-9C2C-E97F-46D342E7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442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05BE8-E308-EDD8-7CC8-8107BECF3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CFFE60-04B6-1A05-59B1-EDA893C18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DDB35-EC5D-5B23-C6C9-6BD6EB36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7A96F-6CCD-4BC2-9F04-37AE00394ED6}" type="datetime1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AD707-1153-52ED-564B-44BDCBED4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A89D1-F152-3D73-8094-F63ED0ABD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2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01C8FC-26A6-0F14-0EBF-5E62F6B9B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B72AB-5118-5826-5B7B-CCDDF7FB9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D810D-DD58-5D21-1040-5266E8F8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E320-D22D-4819-8288-8656FFFF31C6}" type="datetime1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374CE-DE8C-88BC-DF46-C93259A6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863BD-E475-70FD-D32D-E12B59BF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74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18F528-35C8-2E26-4D7B-306F592C8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2918C-A9F1-52A9-5114-8B39726D0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FD33A-AE07-8C9B-0A2E-EB3EAA910F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FD2A3-91D0-4D6A-B9C8-D3ABD4F611EF}" type="datetime1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B5CF2-425A-DDC7-550A-8D8B680845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Dept. of E&amp;C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8436B-C77A-CFF1-CD2E-423EA95FB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4E561-08C1-4DAE-A2BA-64F75AB29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39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94BD4-9C22-4279-02B0-0F388A821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8482" y="3752784"/>
            <a:ext cx="7307036" cy="2207146"/>
          </a:xfrm>
        </p:spPr>
        <p:txBody>
          <a:bodyPr>
            <a:normAutofit/>
          </a:bodyPr>
          <a:lstStyle/>
          <a:p>
            <a:r>
              <a:rPr lang="en-US" sz="2800" dirty="0"/>
              <a:t>Submitted by</a:t>
            </a:r>
          </a:p>
          <a:p>
            <a:r>
              <a:rPr lang="en-US" sz="2800" dirty="0"/>
              <a:t>Sampath                         NNM23EC153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E1D323-2F58-9E9D-A7B7-D7223C1E1F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655" y="317889"/>
            <a:ext cx="5316689" cy="76154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09B1D-1351-EAB2-C35C-1096930D8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E&amp;C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94D12-ABA6-5729-A97E-00A50016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3FF47-87C0-161A-AF3F-57F352CC43E1}"/>
              </a:ext>
            </a:extLst>
          </p:cNvPr>
          <p:cNvSpPr txBox="1"/>
          <p:nvPr/>
        </p:nvSpPr>
        <p:spPr>
          <a:xfrm>
            <a:off x="3170618" y="1493026"/>
            <a:ext cx="2584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IoT LAB (EC2601-1)</a:t>
            </a:r>
            <a:endParaRPr lang="en-IN" sz="24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AD263-472A-D4A3-0B31-AB5761B4E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697" y="1475856"/>
            <a:ext cx="8170606" cy="188050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Air &amp;Noise Pollution Monitoring using Raspberry Pi Pico</a:t>
            </a:r>
            <a:endParaRPr lang="en-IN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8649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4B44C-7747-5DA6-668F-74FE91A2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66567"/>
            <a:ext cx="7886700" cy="85282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endParaRPr lang="en-IN" sz="4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00582-E3BA-A3F6-DB8F-999E384F8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34886"/>
            <a:ext cx="7886700" cy="4642077"/>
          </a:xfrm>
        </p:spPr>
        <p:txBody>
          <a:bodyPr/>
          <a:lstStyle/>
          <a:p>
            <a:r>
              <a:rPr lang="en-US" sz="2800" dirty="0"/>
              <a:t>Introduction</a:t>
            </a:r>
          </a:p>
          <a:p>
            <a:r>
              <a:rPr lang="en-US" sz="2800" dirty="0"/>
              <a:t>Literature Review</a:t>
            </a:r>
          </a:p>
          <a:p>
            <a:r>
              <a:rPr lang="en-US" sz="2800" dirty="0"/>
              <a:t>Methodology</a:t>
            </a:r>
          </a:p>
          <a:p>
            <a:r>
              <a:rPr lang="en-US" sz="2800" dirty="0"/>
              <a:t>Hardware and Software Requirements</a:t>
            </a:r>
          </a:p>
          <a:p>
            <a:r>
              <a:rPr lang="en-IN" sz="2800" dirty="0"/>
              <a:t>Results and Discussions</a:t>
            </a:r>
          </a:p>
          <a:p>
            <a:r>
              <a:rPr lang="en-IN" sz="2800" dirty="0"/>
              <a:t>Conclusion </a:t>
            </a:r>
          </a:p>
          <a:p>
            <a:r>
              <a:rPr lang="en-IN" sz="2800" dirty="0"/>
              <a:t>References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9C81A-F016-1C3D-260E-DB1260C7E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86051" y="6356351"/>
            <a:ext cx="3086100" cy="273844"/>
          </a:xfrm>
        </p:spPr>
        <p:txBody>
          <a:bodyPr/>
          <a:lstStyle/>
          <a:p>
            <a:r>
              <a:rPr lang="en-IN" dirty="0"/>
              <a:t>Dept. of E&amp;C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D22D7-4BF1-8C43-4B75-61BF31F9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2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2FFC6-9DD4-6EA3-51D1-AED8C4FAA2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5" y="6407780"/>
            <a:ext cx="2950029" cy="4225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8027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7CFAE-77DF-7932-98E3-E36E28DA4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en-IN" sz="4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59A4B-96C7-BF36-F15C-D54C6E28F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Rapid urbanization and industrial growth have increased air and noise pollution in cities. Harmful gases like VOCs and CO₂ can cause respiratory and heart-related diseases, while excessive noise leads to stress and hearing problems. Traditional monitoring systems are costly, bulky, and provide limited coverage. IoT-based monitoring systems offer a low-cost and scalable solution for real-time environmental monitoring. Microcontrollers such as the Raspberry Pi Pico W enable continuous data collection with low power consumption. Cloud platforms like </a:t>
            </a:r>
            <a:r>
              <a:rPr lang="en-US" dirty="0" err="1"/>
              <a:t>ThingSpeak</a:t>
            </a:r>
            <a:r>
              <a:rPr lang="en-US" dirty="0"/>
              <a:t> help in data visualization, storage, and environmental analysis.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859B7-0279-956E-62D0-5777E1AA4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14A8D-9B0F-2D08-BB8E-3506A598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567B06-1F74-8118-B021-68F4A6B69C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" y="6407780"/>
            <a:ext cx="2950029" cy="4225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5929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1AC0A-83B8-7E67-EB5C-D2080C20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3A69E-FAB1-3D0F-4F33-1D5771FD6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environmental monitoring systems are costly and have limited coverage.  </a:t>
            </a:r>
          </a:p>
          <a:p>
            <a:r>
              <a:rPr lang="en-US" dirty="0"/>
              <a:t>Raspberry Pi Pico enable low-cost real-time IoT monitoring. </a:t>
            </a:r>
          </a:p>
          <a:p>
            <a:r>
              <a:rPr lang="en-US" dirty="0"/>
              <a:t>MQTT and </a:t>
            </a:r>
            <a:r>
              <a:rPr lang="en-US" dirty="0" err="1"/>
              <a:t>ThingSpeak</a:t>
            </a:r>
            <a:r>
              <a:rPr lang="en-US" dirty="0"/>
              <a:t> support efficient cloud data transmission and visualization. </a:t>
            </a:r>
          </a:p>
          <a:p>
            <a:r>
              <a:rPr lang="en-US" dirty="0"/>
              <a:t>Enables telegram bot alert message when </a:t>
            </a:r>
            <a:r>
              <a:rPr lang="en-IN" dirty="0"/>
              <a:t>Threshold reached.</a:t>
            </a:r>
            <a:endParaRPr lang="en-US" dirty="0"/>
          </a:p>
          <a:p>
            <a:r>
              <a:rPr lang="en-US" dirty="0"/>
              <a:t>This project combines both air quality and noise monitoring in a single IoT-based system.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13D19-C69D-61EA-C1D8-1F52A1C42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023F86-DF2E-C57C-E6CE-6F61859A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372892-3591-643F-D7D9-6D67D92FAB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5" y="6407780"/>
            <a:ext cx="2950029" cy="4225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099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92272-BA55-FB96-79B5-C62A84F1D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  <a:endParaRPr lang="en-IN" sz="4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8F6D-410F-7D20-1F4C-AA120AC63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MQ135 Gas Sensor detects harmful gases like VOCs and CO₂, while the sound sensor measures ambient noise levels. </a:t>
            </a:r>
          </a:p>
          <a:p>
            <a:r>
              <a:rPr lang="en-US" dirty="0"/>
              <a:t>The Raspberry Pi Pico W collects analog sensor data using its 12-bit ADC and converts it into digital values. </a:t>
            </a:r>
          </a:p>
          <a:p>
            <a:r>
              <a:rPr lang="en-US" dirty="0" err="1"/>
              <a:t>MicroPython</a:t>
            </a:r>
            <a:r>
              <a:rPr lang="en-US" dirty="0"/>
              <a:t> firmware processes the sensor readings and converts them into air quality and noise level values. </a:t>
            </a:r>
          </a:p>
          <a:p>
            <a:r>
              <a:rPr lang="en-US" dirty="0"/>
              <a:t>The processed data is transmitted to the cloud using MQTT through the Pico W’s built-in Wi-Fi module. </a:t>
            </a:r>
          </a:p>
          <a:p>
            <a:r>
              <a:rPr lang="en-US" dirty="0" err="1"/>
              <a:t>ThingSpeak</a:t>
            </a:r>
            <a:r>
              <a:rPr lang="en-US" dirty="0"/>
              <a:t> stores, visualizes, and generates alerts when pollution levels exceed safe limits. 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B3D38E-6E84-7DE6-3A4A-9A03B2AD4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942D7-8B57-2976-61C7-F95C0E99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5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879559-C62F-310A-512C-4E027C913E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" y="6407780"/>
            <a:ext cx="2950029" cy="4225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5616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7DB36-7D3E-89E4-9833-EDE5F1215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397932"/>
            <a:ext cx="7886700" cy="208862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225DF-B3B2-886C-4C95-FF6DBE252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14400"/>
            <a:ext cx="7886700" cy="50969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Hardware Requirements</a:t>
            </a:r>
            <a:r>
              <a:rPr lang="en-IN" sz="2400" dirty="0"/>
              <a:t>:              </a:t>
            </a:r>
            <a:endParaRPr lang="en-US" sz="2400" b="1" dirty="0"/>
          </a:p>
          <a:p>
            <a:r>
              <a:rPr lang="en-US" sz="2400" dirty="0"/>
              <a:t>Raspberry Pi Pico— Central Microcontroller Unit </a:t>
            </a:r>
          </a:p>
          <a:p>
            <a:r>
              <a:rPr lang="en-US" sz="2400" dirty="0"/>
              <a:t>MQ135 Gas Sensor — Air Quality and VOC detection </a:t>
            </a:r>
          </a:p>
          <a:p>
            <a:r>
              <a:rPr lang="en-US" sz="2400" dirty="0"/>
              <a:t>Sound Sensor Module — Ambient Noise Level measurement </a:t>
            </a:r>
          </a:p>
          <a:p>
            <a:r>
              <a:rPr lang="en-US" sz="2400" dirty="0"/>
              <a:t>Micro-USB Cable — For powering and programming the Pico </a:t>
            </a:r>
          </a:p>
          <a:p>
            <a:r>
              <a:rPr lang="en-US" sz="2400" dirty="0"/>
              <a:t>Connecting Wires— For circuit connections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B2F642-8DD1-AFCF-88A8-4B6E1C57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72C27-C57B-683E-9E05-7470429C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DA085A-953C-6C2D-03DD-0EE846C6CF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" y="6407780"/>
            <a:ext cx="2950029" cy="422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42014C-2596-B160-2AE5-FC8E28AE6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984" y="3429000"/>
            <a:ext cx="2446866" cy="290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54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16B0E-9B7C-7049-A0D9-44DB1EFD0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Requirements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33F53-D9C2-4BE5-6841-CFD71D291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/>
              <a:t>Software Requirements</a:t>
            </a:r>
            <a:r>
              <a:rPr lang="en-IN" sz="2000"/>
              <a:t>:    </a:t>
            </a:r>
          </a:p>
          <a:p>
            <a:r>
              <a:rPr lang="en-US" sz="2000"/>
              <a:t>Thonny IDE —For writing and uploading MicroPython code </a:t>
            </a:r>
          </a:p>
          <a:p>
            <a:r>
              <a:rPr lang="en-US" sz="2000"/>
              <a:t>MQTTProtocol — For lightweight data transmission to cloud </a:t>
            </a:r>
          </a:p>
          <a:p>
            <a:r>
              <a:rPr lang="en-US" sz="2000"/>
              <a:t>ThingSpeak Cloud Platform — For data storage, visualization and monitoring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03575-BE69-EE58-3766-B6B50CC0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639A2-7697-379B-3E36-63F571FA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590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5F734-F76A-FAAB-32B9-881288C74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and Discussion</a:t>
            </a:r>
            <a:endParaRPr lang="en-IN" sz="4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E5F59-443A-6CF3-59C5-D35301769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88532"/>
            <a:ext cx="7886700" cy="485896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Serial Monitor Output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33773-7082-F89B-7465-4FA5AA3E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C450C-AB90-B153-3448-5F657EB0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792DCD-97E8-2FBF-60A0-47E3A6BAD3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" y="6407780"/>
            <a:ext cx="2950029" cy="422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B16231-9496-CC11-E9F6-C1135A37D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067" y="1895528"/>
            <a:ext cx="6038850" cy="446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0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D6AD-B927-C7A3-D5AB-30E40319D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and Discussion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E5B12-E10E-8258-455C-9A3BCC065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37733"/>
            <a:ext cx="7886700" cy="4839230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 err="1"/>
              <a:t>ThingSpeak</a:t>
            </a:r>
            <a:r>
              <a:rPr lang="en-IN" dirty="0"/>
              <a:t> Charts</a:t>
            </a:r>
          </a:p>
          <a:p>
            <a:pPr marL="0" indent="0" algn="just">
              <a:buNone/>
            </a:pPr>
            <a:r>
              <a:rPr lang="en-US" dirty="0"/>
              <a:t>Two real-time charts are displayed on the </a:t>
            </a:r>
            <a:r>
              <a:rPr lang="en-US" dirty="0" err="1"/>
              <a:t>ThingSpeak</a:t>
            </a:r>
            <a:r>
              <a:rPr lang="en-US" dirty="0"/>
              <a:t> dashboard under the channel "Air Quality and Noise Pollution."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5E85B3-638D-3E19-9E75-B96AAC0BB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D0A8E5-100D-6DE3-6C5F-CFFA6BC5F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9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D3F90D-641E-3AF2-185E-639ECDADC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3296"/>
            <a:ext cx="9144000" cy="329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88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A14EA-597D-F39A-C70E-FDF272355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and Discussion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22588-B9CD-76DA-4047-C874907A3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3867"/>
            <a:ext cx="7886700" cy="4873096"/>
          </a:xfrm>
        </p:spPr>
        <p:txBody>
          <a:bodyPr/>
          <a:lstStyle/>
          <a:p>
            <a:r>
              <a:rPr lang="en-IN" dirty="0"/>
              <a:t>Telegram Bot Alerts</a:t>
            </a:r>
          </a:p>
          <a:p>
            <a:pPr marL="0" indent="0">
              <a:buNone/>
            </a:pPr>
            <a:r>
              <a:rPr lang="en-US" dirty="0"/>
              <a:t>The Telegram chat with the bot named "alert" shows a history of notifications. On the current day, the bot received alerts: "ALERT: SOUND IS MORE! Sound Level: 61.4 dB" at 10:23 and "ALERT: SMOKE DETECTED! Air Quality: 78.14 PPM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DD7A90-0394-33AA-9A15-C8FEC415D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A9370-98AD-452C-991D-97F3AD41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10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3DE36C-F095-D80A-386D-5D4C4AC84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2852208"/>
            <a:ext cx="5071533" cy="350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15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8FDDD-2FF3-0DA4-2C36-22009550F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and Discussion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32287-2EA4-D3AC-6468-26B32642A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/>
          <a:lstStyle/>
          <a:p>
            <a:r>
              <a:rPr lang="en-IN" dirty="0"/>
              <a:t>Summary of Analysis</a:t>
            </a:r>
          </a:p>
          <a:p>
            <a:pPr marL="0" indent="0">
              <a:buNone/>
            </a:pPr>
            <a:r>
              <a:rPr lang="en-US" dirty="0"/>
              <a:t>The MATLAB analysis , Both Sound Alert and Smoke Alert are marked NO ✓, confirming safe conditions during that session. Sound averaged 31.69 dB (min: 26.93, max: 40.65) and smoke averaged 29.15 PPM (min: 28.44, max: 29.42)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D9D72A-E402-3E4A-5622-A4AF9FD29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F2A51B-CFA6-0CD4-FFCF-132E4C3B0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11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F6B26F-5F50-2120-A92C-134BDB5D3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795" y="2878667"/>
            <a:ext cx="4783138" cy="347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85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C3D96-C86A-1C00-B391-A7B4E853F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endParaRPr lang="en-IN" sz="4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EB332-7DF2-10A2-95AF-8BA4DDF13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Air and Noise Pollution Monitoring System was successfully developed using the Raspberry Pi Pico W with MQ135 gas and sound sensors for real-time environmental monitoring. The system continuously measured air quality and noise levels and transmitted the data to </a:t>
            </a:r>
            <a:r>
              <a:rPr lang="en-US" dirty="0" err="1"/>
              <a:t>ThingSpeak</a:t>
            </a:r>
            <a:r>
              <a:rPr lang="en-US" dirty="0"/>
              <a:t> using MQTT over Wi-Fi for visualization and alert generation. The system proved to be low-cost, reliable, and suitable for smart city and industrial monitoring applications. Future improvements can include additional sensors, GPS-based pollution mapping, and AI-based pollution prediction.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F8A57-17F5-AF87-78BD-CF3489EA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F9003-F5A8-702E-4FF5-9D28A345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12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F1B12C-3794-746A-C587-6EAA5AA327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" y="6407780"/>
            <a:ext cx="2950029" cy="4225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22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2D51-5EDC-B7F8-8D4F-2A7095CB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  <a:endParaRPr lang="en-IN" sz="4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09916-A2B9-48DC-A153-95AEF779B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[1] Raspberry Pi Foundation, ”Raspberry Pi Pico W Datasheet,” Raspberry Cambridge, UK, Published: June 2022. Available: https://www.raspberrypi.com/documentation/microcontrollers/raspberry-pi-pico.html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[2] MathWorks, ”</a:t>
            </a:r>
            <a:r>
              <a:rPr lang="en-IN" dirty="0" err="1"/>
              <a:t>ThingSpeak</a:t>
            </a:r>
            <a:r>
              <a:rPr lang="en-IN" dirty="0"/>
              <a:t> IoT Analytics Platform Documentation,” MathWorks Inc., Natick, MA, USA, Published: January 2023.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[3] OASIS Standard, ”MQTT Version 3.1.1 Protocol Specification,” OASIS Open, Published: October 2014.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CB531-ED6A-67AB-F79F-EE1DF1DB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6D42A-DBF7-07D0-F1FA-F41350938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13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9A300-494F-E43B-9288-BF0B5E8684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" y="6407780"/>
            <a:ext cx="2950029" cy="4225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4187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65584-0091-E016-060C-AFEB982C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135" y="243341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accent1">
                    <a:lumMod val="75000"/>
                  </a:schemeClr>
                </a:solidFill>
                <a:latin typeface="Lucida Calligraphy" panose="03010101010101010101" pitchFamily="66" charset="0"/>
              </a:rPr>
              <a:t>Thank You</a:t>
            </a:r>
            <a:endParaRPr lang="en-IN" sz="6000" b="1" dirty="0">
              <a:solidFill>
                <a:schemeClr val="accent1">
                  <a:lumMod val="75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CA3AC-EC15-B1F6-4092-D869D4374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E&amp;C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2A6A4-6AD2-75A5-628C-8A12B6C54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561-08C1-4DAE-A2BA-64F75AB2917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26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</TotalTime>
  <Words>778</Words>
  <Application>Microsoft Office PowerPoint</Application>
  <PresentationFormat>On-screen Show (4:3)</PresentationFormat>
  <Paragraphs>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Lucida Calligraphy</vt:lpstr>
      <vt:lpstr>Office Theme</vt:lpstr>
      <vt:lpstr>Air &amp;Noise Pollution Monitoring using Raspberry Pi Pico</vt:lpstr>
      <vt:lpstr>Contents</vt:lpstr>
      <vt:lpstr>Introduction</vt:lpstr>
      <vt:lpstr>Literature Review</vt:lpstr>
      <vt:lpstr>Methodology</vt:lpstr>
      <vt:lpstr>Hardware Requirements</vt:lpstr>
      <vt:lpstr>Software Requirements</vt:lpstr>
      <vt:lpstr>Results and Discussion</vt:lpstr>
      <vt:lpstr>Results and Discussion</vt:lpstr>
      <vt:lpstr>Results and Discussion</vt:lpstr>
      <vt:lpstr>Results and Discussion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ashwini k</dc:creator>
  <cp:lastModifiedBy>Sampath acharya</cp:lastModifiedBy>
  <cp:revision>21</cp:revision>
  <dcterms:created xsi:type="dcterms:W3CDTF">2023-10-12T10:29:41Z</dcterms:created>
  <dcterms:modified xsi:type="dcterms:W3CDTF">2026-05-27T23:30:24Z</dcterms:modified>
</cp:coreProperties>
</file>